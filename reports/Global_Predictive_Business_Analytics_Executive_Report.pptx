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Predictive Business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Analytics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r>
              <a:t>        Total Revenue:</a:t>
            </a:r>
          </a:p>
          <a:p/>
          <a:p>
            <a:r>
              <a:t>        $2,030,509,445</a:t>
            </a:r>
          </a:p>
          <a:p/>
          <a:p/>
          <a:p>
            <a:r>
              <a:t>        Customers:</a:t>
            </a:r>
          </a:p>
          <a:p/>
          <a:p>
            <a:r>
              <a:t>        15,000</a:t>
            </a:r>
          </a:p>
          <a:p/>
          <a:p/>
          <a:p>
            <a:r>
              <a:t>        Orders:</a:t>
            </a:r>
          </a:p>
          <a:p/>
          <a:p>
            <a:r>
              <a:t>        120,000</a:t>
            </a:r>
          </a:p>
          <a:p/>
          <a:p>
            <a:r>
              <a:t>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Actual vs Predicted Revenue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risk and retention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 and forecasting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